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Montserrat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4.pn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92662" y="-4855852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006813" y="4921389"/>
            <a:ext cx="12074316" cy="120743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105E">
                    <a:alpha val="100000"/>
                  </a:srgbClr>
                </a:gs>
                <a:gs pos="100000">
                  <a:srgbClr val="FC3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090260" y="7568660"/>
            <a:ext cx="9598749" cy="2519672"/>
          </a:xfrm>
          <a:custGeom>
            <a:avLst/>
            <a:gdLst/>
            <a:ahLst/>
            <a:cxnLst/>
            <a:rect r="r" b="b" t="t" l="l"/>
            <a:pathLst>
              <a:path h="2519672" w="9598749">
                <a:moveTo>
                  <a:pt x="0" y="0"/>
                </a:moveTo>
                <a:lnTo>
                  <a:pt x="9598748" y="0"/>
                </a:lnTo>
                <a:lnTo>
                  <a:pt x="9598748" y="2519672"/>
                </a:lnTo>
                <a:lnTo>
                  <a:pt x="0" y="2519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916047" y="3107688"/>
            <a:ext cx="6466035" cy="5191522"/>
            <a:chOff x="0" y="0"/>
            <a:chExt cx="7467600" cy="5995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-484" t="0" r="-484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593473" y="56284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3" y="0"/>
                </a:lnTo>
                <a:lnTo>
                  <a:pt x="1622173" y="887770"/>
                </a:lnTo>
                <a:lnTo>
                  <a:pt x="0" y="887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02935" y="3623373"/>
            <a:ext cx="9904060" cy="139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4"/>
              </a:lnSpc>
            </a:pPr>
            <a:r>
              <a:rPr lang="en-US" sz="10015" b="true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JUNGLE DASH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2903" y="5346942"/>
            <a:ext cx="6587626" cy="50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6"/>
              </a:lnSpc>
              <a:spcBef>
                <a:spcPct val="0"/>
              </a:spcBef>
            </a:pPr>
            <a:r>
              <a:rPr lang="en-US" b="true" sz="2962" spc="1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von Noa und Michael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38927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3075" y="3498795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07872" y="6311436"/>
            <a:ext cx="7675015" cy="76750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105E">
                    <a:alpha val="100000"/>
                  </a:srgbClr>
                </a:gs>
                <a:gs pos="100000">
                  <a:srgbClr val="FC3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87138" y="3088066"/>
            <a:ext cx="7556862" cy="7547416"/>
          </a:xfrm>
          <a:custGeom>
            <a:avLst/>
            <a:gdLst/>
            <a:ahLst/>
            <a:cxnLst/>
            <a:rect r="r" b="b" t="t" l="l"/>
            <a:pathLst>
              <a:path h="7547416" w="7556862">
                <a:moveTo>
                  <a:pt x="0" y="0"/>
                </a:moveTo>
                <a:lnTo>
                  <a:pt x="7556862" y="0"/>
                </a:lnTo>
                <a:lnTo>
                  <a:pt x="7556862" y="7547416"/>
                </a:lnTo>
                <a:lnTo>
                  <a:pt x="0" y="754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95881" y="2523625"/>
            <a:ext cx="7098997" cy="709899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74340" y="2972753"/>
            <a:ext cx="7180717" cy="11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432" b="true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INHALT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2019" y="4605862"/>
            <a:ext cx="7877646" cy="219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449"/>
              </a:lnSpc>
              <a:buFont typeface="Arial"/>
              <a:buChar char="•"/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Unsere Idee</a:t>
            </a:r>
          </a:p>
          <a:p>
            <a:pPr algn="l" marL="539749" indent="-269875" lvl="1">
              <a:lnSpc>
                <a:spcPts val="4449"/>
              </a:lnSpc>
              <a:buFont typeface="Arial"/>
              <a:buChar char="•"/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Umsetzung</a:t>
            </a:r>
          </a:p>
          <a:p>
            <a:pPr algn="l" marL="539749" indent="-269875" lvl="1">
              <a:lnSpc>
                <a:spcPts val="4449"/>
              </a:lnSpc>
              <a:buFont typeface="Arial"/>
              <a:buChar char="•"/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Probleme</a:t>
            </a:r>
          </a:p>
          <a:p>
            <a:pPr algn="l" marL="539749" indent="-269875" lvl="1">
              <a:lnSpc>
                <a:spcPts val="4449"/>
              </a:lnSpc>
              <a:buFont typeface="Arial"/>
              <a:buChar char="•"/>
            </a:pPr>
            <a:r>
              <a:rPr lang="en-US" b="true" sz="2499" spc="15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wir gerne noch gemacht hätten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38927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3075" y="8061259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4015515"/>
            <a:ext cx="7707845" cy="2687858"/>
            <a:chOff x="0" y="0"/>
            <a:chExt cx="2030050" cy="7079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0050" cy="707913"/>
            </a:xfrm>
            <a:custGeom>
              <a:avLst/>
              <a:gdLst/>
              <a:ahLst/>
              <a:cxnLst/>
              <a:rect r="r" b="b" t="t" l="l"/>
              <a:pathLst>
                <a:path h="707913" w="2030050">
                  <a:moveTo>
                    <a:pt x="39172" y="0"/>
                  </a:moveTo>
                  <a:lnTo>
                    <a:pt x="1990877" y="0"/>
                  </a:lnTo>
                  <a:cubicBezTo>
                    <a:pt x="2012512" y="0"/>
                    <a:pt x="2030050" y="17538"/>
                    <a:pt x="2030050" y="39172"/>
                  </a:cubicBezTo>
                  <a:lnTo>
                    <a:pt x="2030050" y="668741"/>
                  </a:lnTo>
                  <a:cubicBezTo>
                    <a:pt x="2030050" y="690375"/>
                    <a:pt x="2012512" y="707913"/>
                    <a:pt x="1990877" y="707913"/>
                  </a:cubicBezTo>
                  <a:lnTo>
                    <a:pt x="39172" y="707913"/>
                  </a:lnTo>
                  <a:cubicBezTo>
                    <a:pt x="17538" y="707913"/>
                    <a:pt x="0" y="690375"/>
                    <a:pt x="0" y="668741"/>
                  </a:cubicBezTo>
                  <a:lnTo>
                    <a:pt x="0" y="39172"/>
                  </a:lnTo>
                  <a:cubicBezTo>
                    <a:pt x="0" y="17538"/>
                    <a:pt x="17538" y="0"/>
                    <a:pt x="391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105E">
                    <a:alpha val="100000"/>
                  </a:srgbClr>
                </a:gs>
                <a:gs pos="100000">
                  <a:srgbClr val="FC3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030050" cy="76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6565" y="3930478"/>
            <a:ext cx="7732735" cy="2687858"/>
            <a:chOff x="0" y="0"/>
            <a:chExt cx="2036605" cy="7079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6605" cy="707913"/>
            </a:xfrm>
            <a:custGeom>
              <a:avLst/>
              <a:gdLst/>
              <a:ahLst/>
              <a:cxnLst/>
              <a:rect r="r" b="b" t="t" l="l"/>
              <a:pathLst>
                <a:path h="707913" w="2036605">
                  <a:moveTo>
                    <a:pt x="39046" y="0"/>
                  </a:moveTo>
                  <a:lnTo>
                    <a:pt x="1997559" y="0"/>
                  </a:lnTo>
                  <a:cubicBezTo>
                    <a:pt x="2019123" y="0"/>
                    <a:pt x="2036605" y="17482"/>
                    <a:pt x="2036605" y="39046"/>
                  </a:cubicBezTo>
                  <a:lnTo>
                    <a:pt x="2036605" y="668867"/>
                  </a:lnTo>
                  <a:cubicBezTo>
                    <a:pt x="2036605" y="690432"/>
                    <a:pt x="2019123" y="707913"/>
                    <a:pt x="1997559" y="707913"/>
                  </a:cubicBezTo>
                  <a:lnTo>
                    <a:pt x="39046" y="707913"/>
                  </a:lnTo>
                  <a:cubicBezTo>
                    <a:pt x="17482" y="707913"/>
                    <a:pt x="0" y="690432"/>
                    <a:pt x="0" y="668867"/>
                  </a:cubicBezTo>
                  <a:lnTo>
                    <a:pt x="0" y="39046"/>
                  </a:lnTo>
                  <a:cubicBezTo>
                    <a:pt x="0" y="17482"/>
                    <a:pt x="17482" y="0"/>
                    <a:pt x="390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B72">
                    <a:alpha val="22000"/>
                  </a:srgbClr>
                </a:gs>
                <a:gs pos="50000">
                  <a:srgbClr val="000D3A">
                    <a:alpha val="22000"/>
                  </a:srgbClr>
                </a:gs>
                <a:gs pos="100000">
                  <a:srgbClr val="010133">
                    <a:alpha val="22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36605" cy="76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48944" y="7055799"/>
            <a:ext cx="11254684" cy="2202501"/>
            <a:chOff x="0" y="0"/>
            <a:chExt cx="2964197" cy="5800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64197" cy="580083"/>
            </a:xfrm>
            <a:custGeom>
              <a:avLst/>
              <a:gdLst/>
              <a:ahLst/>
              <a:cxnLst/>
              <a:rect r="r" b="b" t="t" l="l"/>
              <a:pathLst>
                <a:path h="580083" w="2964197">
                  <a:moveTo>
                    <a:pt x="26827" y="0"/>
                  </a:moveTo>
                  <a:lnTo>
                    <a:pt x="2937369" y="0"/>
                  </a:lnTo>
                  <a:cubicBezTo>
                    <a:pt x="2952185" y="0"/>
                    <a:pt x="2964197" y="12011"/>
                    <a:pt x="2964197" y="26827"/>
                  </a:cubicBezTo>
                  <a:lnTo>
                    <a:pt x="2964197" y="553255"/>
                  </a:lnTo>
                  <a:cubicBezTo>
                    <a:pt x="2964197" y="560370"/>
                    <a:pt x="2961370" y="567194"/>
                    <a:pt x="2956339" y="572225"/>
                  </a:cubicBezTo>
                  <a:cubicBezTo>
                    <a:pt x="2951308" y="577256"/>
                    <a:pt x="2944484" y="580083"/>
                    <a:pt x="2937369" y="580083"/>
                  </a:cubicBezTo>
                  <a:lnTo>
                    <a:pt x="26827" y="580083"/>
                  </a:lnTo>
                  <a:cubicBezTo>
                    <a:pt x="12011" y="580083"/>
                    <a:pt x="0" y="568072"/>
                    <a:pt x="0" y="553255"/>
                  </a:cubicBezTo>
                  <a:lnTo>
                    <a:pt x="0" y="26827"/>
                  </a:lnTo>
                  <a:cubicBezTo>
                    <a:pt x="0" y="12011"/>
                    <a:pt x="12011" y="0"/>
                    <a:pt x="268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964197" cy="637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46587" y="2320909"/>
            <a:ext cx="12759957" cy="11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432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DIE IDEE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61743" y="4991144"/>
            <a:ext cx="5641760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2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Jump’n Run Game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2254" y="4629248"/>
            <a:ext cx="8081356" cy="138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b="true" sz="4004" spc="25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Spezialbewegungen</a:t>
            </a:r>
          </a:p>
          <a:p>
            <a:pPr algn="ctr" marL="0" indent="0" lvl="0">
              <a:lnSpc>
                <a:spcPts val="5605"/>
              </a:lnSpc>
              <a:spcBef>
                <a:spcPct val="0"/>
              </a:spcBef>
            </a:pPr>
            <a:r>
              <a:rPr lang="en-US" b="true" sz="4004" spc="25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für den Player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55435" y="7788749"/>
            <a:ext cx="6777129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25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Game Engine Godot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38927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3075" y="2644180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654874" y="3942681"/>
            <a:ext cx="10751721" cy="107517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105E">
                    <a:alpha val="100000"/>
                  </a:srgbClr>
                </a:gs>
                <a:gs pos="100000">
                  <a:srgbClr val="FC3E9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8657" y="5983686"/>
            <a:ext cx="6626261" cy="3820464"/>
          </a:xfrm>
          <a:custGeom>
            <a:avLst/>
            <a:gdLst/>
            <a:ahLst/>
            <a:cxnLst/>
            <a:rect r="r" b="b" t="t" l="l"/>
            <a:pathLst>
              <a:path h="3820464" w="6626261">
                <a:moveTo>
                  <a:pt x="0" y="0"/>
                </a:moveTo>
                <a:lnTo>
                  <a:pt x="6626261" y="0"/>
                </a:lnTo>
                <a:lnTo>
                  <a:pt x="6626261" y="3820464"/>
                </a:lnTo>
                <a:lnTo>
                  <a:pt x="0" y="38204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00" t="-1314" r="-11525" b="-296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1503" y="3810654"/>
            <a:ext cx="4303421" cy="2422211"/>
          </a:xfrm>
          <a:custGeom>
            <a:avLst/>
            <a:gdLst/>
            <a:ahLst/>
            <a:cxnLst/>
            <a:rect r="r" b="b" t="t" l="l"/>
            <a:pathLst>
              <a:path h="2422211" w="4303421">
                <a:moveTo>
                  <a:pt x="0" y="0"/>
                </a:moveTo>
                <a:lnTo>
                  <a:pt x="4303421" y="0"/>
                </a:lnTo>
                <a:lnTo>
                  <a:pt x="4303421" y="2422211"/>
                </a:lnTo>
                <a:lnTo>
                  <a:pt x="0" y="2422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53764" y="2776297"/>
            <a:ext cx="7180717" cy="116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432" b="true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UMSETZUNG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0915" y="4346944"/>
            <a:ext cx="7880249" cy="41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Startfenster gemacht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Startmenü erstellt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Welt erstellt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Player hinzugefügt (Assets)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Kamera Verfolgung hinzugefügt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Coins (TileSets) hinzugefügt</a:t>
            </a:r>
          </a:p>
          <a:p>
            <a:pPr algn="l" marL="474979" indent="-237490" lvl="1">
              <a:lnSpc>
                <a:spcPts val="4773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Spezialbewegungen für den Player gemacht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38927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3075" y="8061259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00159" y="4016765"/>
            <a:ext cx="6642483" cy="3573762"/>
            <a:chOff x="0" y="0"/>
            <a:chExt cx="812800" cy="437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37299"/>
            </a:xfrm>
            <a:custGeom>
              <a:avLst/>
              <a:gdLst/>
              <a:ahLst/>
              <a:cxnLst/>
              <a:rect r="r" b="b" t="t" l="l"/>
              <a:pathLst>
                <a:path h="437299" w="812800">
                  <a:moveTo>
                    <a:pt x="37297" y="0"/>
                  </a:moveTo>
                  <a:lnTo>
                    <a:pt x="775503" y="0"/>
                  </a:lnTo>
                  <a:cubicBezTo>
                    <a:pt x="796102" y="0"/>
                    <a:pt x="812800" y="16698"/>
                    <a:pt x="812800" y="37297"/>
                  </a:cubicBezTo>
                  <a:lnTo>
                    <a:pt x="812800" y="400003"/>
                  </a:lnTo>
                  <a:cubicBezTo>
                    <a:pt x="812800" y="420601"/>
                    <a:pt x="796102" y="437299"/>
                    <a:pt x="775503" y="437299"/>
                  </a:cubicBezTo>
                  <a:lnTo>
                    <a:pt x="37297" y="437299"/>
                  </a:lnTo>
                  <a:cubicBezTo>
                    <a:pt x="16698" y="437299"/>
                    <a:pt x="0" y="420601"/>
                    <a:pt x="0" y="400003"/>
                  </a:cubicBezTo>
                  <a:lnTo>
                    <a:pt x="0" y="37297"/>
                  </a:lnTo>
                  <a:cubicBezTo>
                    <a:pt x="0" y="16698"/>
                    <a:pt x="16698" y="0"/>
                    <a:pt x="37297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7281" r="0" b="-7281"/>
              </a:stretch>
            </a:blipFill>
            <a:ln w="123825" cap="rnd">
              <a:solidFill>
                <a:srgbClr val="396B9B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100159" y="6694892"/>
            <a:ext cx="6642483" cy="2687858"/>
            <a:chOff x="0" y="0"/>
            <a:chExt cx="1749461" cy="7079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9460" cy="707913"/>
            </a:xfrm>
            <a:custGeom>
              <a:avLst/>
              <a:gdLst/>
              <a:ahLst/>
              <a:cxnLst/>
              <a:rect r="r" b="b" t="t" l="l"/>
              <a:pathLst>
                <a:path h="707913" w="1749460">
                  <a:moveTo>
                    <a:pt x="45455" y="0"/>
                  </a:moveTo>
                  <a:lnTo>
                    <a:pt x="1704005" y="0"/>
                  </a:lnTo>
                  <a:cubicBezTo>
                    <a:pt x="1716061" y="0"/>
                    <a:pt x="1727622" y="4789"/>
                    <a:pt x="1736147" y="13313"/>
                  </a:cubicBezTo>
                  <a:cubicBezTo>
                    <a:pt x="1744671" y="21838"/>
                    <a:pt x="1749460" y="33400"/>
                    <a:pt x="1749460" y="45455"/>
                  </a:cubicBezTo>
                  <a:lnTo>
                    <a:pt x="1749460" y="662458"/>
                  </a:lnTo>
                  <a:cubicBezTo>
                    <a:pt x="1749460" y="687562"/>
                    <a:pt x="1729110" y="707913"/>
                    <a:pt x="1704005" y="707913"/>
                  </a:cubicBezTo>
                  <a:lnTo>
                    <a:pt x="45455" y="707913"/>
                  </a:lnTo>
                  <a:cubicBezTo>
                    <a:pt x="33400" y="707913"/>
                    <a:pt x="21838" y="703124"/>
                    <a:pt x="13313" y="694600"/>
                  </a:cubicBezTo>
                  <a:cubicBezTo>
                    <a:pt x="4789" y="686075"/>
                    <a:pt x="0" y="674514"/>
                    <a:pt x="0" y="662458"/>
                  </a:cubicBezTo>
                  <a:lnTo>
                    <a:pt x="0" y="45455"/>
                  </a:lnTo>
                  <a:cubicBezTo>
                    <a:pt x="0" y="20351"/>
                    <a:pt x="20351" y="0"/>
                    <a:pt x="45455" y="0"/>
                  </a:cubicBezTo>
                  <a:close/>
                </a:path>
              </a:pathLst>
            </a:custGeom>
            <a:solidFill>
              <a:srgbClr val="396B9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49461" cy="76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45358" y="4011899"/>
            <a:ext cx="6642483" cy="3573762"/>
            <a:chOff x="0" y="0"/>
            <a:chExt cx="812800" cy="4372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37299"/>
            </a:xfrm>
            <a:custGeom>
              <a:avLst/>
              <a:gdLst/>
              <a:ahLst/>
              <a:cxnLst/>
              <a:rect r="r" b="b" t="t" l="l"/>
              <a:pathLst>
                <a:path h="437299" w="812800">
                  <a:moveTo>
                    <a:pt x="37297" y="0"/>
                  </a:moveTo>
                  <a:lnTo>
                    <a:pt x="775503" y="0"/>
                  </a:lnTo>
                  <a:cubicBezTo>
                    <a:pt x="796102" y="0"/>
                    <a:pt x="812800" y="16698"/>
                    <a:pt x="812800" y="37297"/>
                  </a:cubicBezTo>
                  <a:lnTo>
                    <a:pt x="812800" y="400003"/>
                  </a:lnTo>
                  <a:cubicBezTo>
                    <a:pt x="812800" y="420601"/>
                    <a:pt x="796102" y="437299"/>
                    <a:pt x="775503" y="437299"/>
                  </a:cubicBezTo>
                  <a:lnTo>
                    <a:pt x="37297" y="437299"/>
                  </a:lnTo>
                  <a:cubicBezTo>
                    <a:pt x="16698" y="437299"/>
                    <a:pt x="0" y="420601"/>
                    <a:pt x="0" y="400003"/>
                  </a:cubicBezTo>
                  <a:lnTo>
                    <a:pt x="0" y="37297"/>
                  </a:lnTo>
                  <a:cubicBezTo>
                    <a:pt x="0" y="16698"/>
                    <a:pt x="16698" y="0"/>
                    <a:pt x="37297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043" r="0" b="-2043"/>
              </a:stretch>
            </a:blipFill>
            <a:ln w="123825" cap="rnd">
              <a:solidFill>
                <a:srgbClr val="396B9B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45358" y="6690026"/>
            <a:ext cx="6642483" cy="2687858"/>
            <a:chOff x="0" y="0"/>
            <a:chExt cx="1749461" cy="707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9460" cy="707913"/>
            </a:xfrm>
            <a:custGeom>
              <a:avLst/>
              <a:gdLst/>
              <a:ahLst/>
              <a:cxnLst/>
              <a:rect r="r" b="b" t="t" l="l"/>
              <a:pathLst>
                <a:path h="707913" w="1749460">
                  <a:moveTo>
                    <a:pt x="45455" y="0"/>
                  </a:moveTo>
                  <a:lnTo>
                    <a:pt x="1704005" y="0"/>
                  </a:lnTo>
                  <a:cubicBezTo>
                    <a:pt x="1716061" y="0"/>
                    <a:pt x="1727622" y="4789"/>
                    <a:pt x="1736147" y="13313"/>
                  </a:cubicBezTo>
                  <a:cubicBezTo>
                    <a:pt x="1744671" y="21838"/>
                    <a:pt x="1749460" y="33400"/>
                    <a:pt x="1749460" y="45455"/>
                  </a:cubicBezTo>
                  <a:lnTo>
                    <a:pt x="1749460" y="662458"/>
                  </a:lnTo>
                  <a:cubicBezTo>
                    <a:pt x="1749460" y="687562"/>
                    <a:pt x="1729110" y="707913"/>
                    <a:pt x="1704005" y="707913"/>
                  </a:cubicBezTo>
                  <a:lnTo>
                    <a:pt x="45455" y="707913"/>
                  </a:lnTo>
                  <a:cubicBezTo>
                    <a:pt x="33400" y="707913"/>
                    <a:pt x="21838" y="703124"/>
                    <a:pt x="13313" y="694600"/>
                  </a:cubicBezTo>
                  <a:cubicBezTo>
                    <a:pt x="4789" y="686075"/>
                    <a:pt x="0" y="674514"/>
                    <a:pt x="0" y="662458"/>
                  </a:cubicBezTo>
                  <a:lnTo>
                    <a:pt x="0" y="45455"/>
                  </a:lnTo>
                  <a:cubicBezTo>
                    <a:pt x="0" y="20351"/>
                    <a:pt x="20351" y="0"/>
                    <a:pt x="45455" y="0"/>
                  </a:cubicBezTo>
                  <a:close/>
                </a:path>
              </a:pathLst>
            </a:custGeom>
            <a:solidFill>
              <a:srgbClr val="396B9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49461" cy="765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9055" y="2286175"/>
            <a:ext cx="15209891" cy="116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432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40300" y="6976946"/>
            <a:ext cx="397970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Conflict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16473" y="7809831"/>
            <a:ext cx="582735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 Merge Conflicts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50802" y="6976946"/>
            <a:ext cx="524909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19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Bugs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61672" y="7804965"/>
            <a:ext cx="5827357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Player fliegt von der Map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Esc Button (Pause Menü)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Player glitcht in die Map TileSets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54052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3075" y="3498795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6297" y="2573006"/>
            <a:ext cx="10798182" cy="181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true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WAS HÄTTEN WIR NOCH GERNE GEMACHT?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297" y="4924425"/>
            <a:ext cx="6815974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4949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Verschiedene</a:t>
            </a: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Maps (Biome)</a:t>
            </a:r>
          </a:p>
          <a:p>
            <a:pPr algn="l" marL="474979" indent="-237490" lvl="1">
              <a:lnSpc>
                <a:spcPts val="4949"/>
              </a:lnSpc>
              <a:buFont typeface="Arial"/>
              <a:buChar char="•"/>
            </a:pPr>
            <a:r>
              <a:rPr lang="en-US" b="true" sz="2199" spc="14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Gegner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133">
                <a:alpha val="100000"/>
              </a:srgbClr>
            </a:gs>
            <a:gs pos="50000">
              <a:srgbClr val="000D3A">
                <a:alpha val="100000"/>
              </a:srgbClr>
            </a:gs>
            <a:gs pos="100000">
              <a:srgbClr val="021B7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38927" y="-4556767"/>
            <a:ext cx="12074316" cy="120743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133">
                    <a:alpha val="100000"/>
                  </a:srgbClr>
                </a:gs>
                <a:gs pos="50000">
                  <a:srgbClr val="000D3A">
                    <a:alpha val="100000"/>
                  </a:srgbClr>
                </a:gs>
                <a:gs pos="100000">
                  <a:srgbClr val="021B7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46410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69792" y="1123209"/>
            <a:ext cx="389508" cy="389508"/>
          </a:xfrm>
          <a:custGeom>
            <a:avLst/>
            <a:gdLst/>
            <a:ahLst/>
            <a:cxnLst/>
            <a:rect r="r" b="b" t="t" l="l"/>
            <a:pathLst>
              <a:path h="389508" w="389508">
                <a:moveTo>
                  <a:pt x="0" y="0"/>
                </a:moveTo>
                <a:lnTo>
                  <a:pt x="389508" y="0"/>
                </a:lnTo>
                <a:lnTo>
                  <a:pt x="389508" y="389508"/>
                </a:lnTo>
                <a:lnTo>
                  <a:pt x="0" y="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93473" y="56284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3" y="0"/>
                </a:lnTo>
                <a:lnTo>
                  <a:pt x="1622173" y="887770"/>
                </a:lnTo>
                <a:lnTo>
                  <a:pt x="0" y="887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43971" y="-309811"/>
            <a:ext cx="1622173" cy="887771"/>
          </a:xfrm>
          <a:custGeom>
            <a:avLst/>
            <a:gdLst/>
            <a:ahLst/>
            <a:cxnLst/>
            <a:rect r="r" b="b" t="t" l="l"/>
            <a:pathLst>
              <a:path h="887771" w="1622173">
                <a:moveTo>
                  <a:pt x="0" y="0"/>
                </a:moveTo>
                <a:lnTo>
                  <a:pt x="1622172" y="0"/>
                </a:lnTo>
                <a:lnTo>
                  <a:pt x="1622172" y="887771"/>
                </a:lnTo>
                <a:lnTo>
                  <a:pt x="0" y="88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260478" y="4111656"/>
            <a:ext cx="20356374" cy="259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9999">
                <a:solidFill>
                  <a:srgbClr val="E13483"/>
                </a:solidFill>
                <a:latin typeface="Poppins Bold"/>
                <a:ea typeface="Poppins Bold"/>
                <a:cs typeface="Poppins Bold"/>
                <a:sym typeface="Poppins Bold"/>
              </a:rPr>
              <a:t>VIELEN DANK FÜR EURE AUFMERKSAMKEIT!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85144" y="1122903"/>
            <a:ext cx="9278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20973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53764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18308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5555" y="426624"/>
            <a:ext cx="2317054" cy="1086093"/>
          </a:xfrm>
          <a:custGeom>
            <a:avLst/>
            <a:gdLst/>
            <a:ahLst/>
            <a:cxnLst/>
            <a:rect r="r" b="b" t="t" l="l"/>
            <a:pathLst>
              <a:path h="1086093" w="2317054">
                <a:moveTo>
                  <a:pt x="0" y="0"/>
                </a:moveTo>
                <a:lnTo>
                  <a:pt x="2317054" y="0"/>
                </a:lnTo>
                <a:lnTo>
                  <a:pt x="2317054" y="1086093"/>
                </a:lnTo>
                <a:lnTo>
                  <a:pt x="0" y="1086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DAHNXaqkwCA</dc:identifier>
  <dcterms:modified xsi:type="dcterms:W3CDTF">2011-08-01T06:04:30Z</dcterms:modified>
  <cp:revision>1</cp:revision>
  <dc:title>JungleDash - Präsi</dc:title>
</cp:coreProperties>
</file>